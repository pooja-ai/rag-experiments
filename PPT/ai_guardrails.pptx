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200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Guardrails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4871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Systems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 isn't just about capability — it's about control.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guardrails, scale turns risky fast.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Relevance Control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AI responses on-topic and aligned with user intent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off-scope queries and redirect or reject them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interaction patterns for continuous improvement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Safety Enforcement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harmful or exploitative inputs before they propagate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jailbreak attempts and prompt injection attacks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policy rules consistently and escalate violations when needed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PII Protection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sensitive data exposure in AI outputs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mask, or redact personal information in real-time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detailed audit logs for accountability and compliance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Content Moderation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toxicity, abuse, or unsafe language in real-time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or block users where appropriate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flagged cases into retraining loops for long-term safety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 Access Controls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risks from automated tool execution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tool risk levels and enforce permission checks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or escalate high-risk actions before damage occurs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Rule-Based Filters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known threats early using keyword or regex filters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input length limits and SQL/injection protections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the first line of defense for AI safety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77240" cy="777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 Compliance Checks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34440" y="960120"/>
            <a:ext cx="7498080" cy="36576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15568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243584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AI outputs with policy and brand standards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74320" y="1956816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157984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0848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content for compliance and block unsafe responses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8595360" cy="749808"/>
          </a:xfrm>
          <a:prstGeom prst="rect">
            <a:avLst/>
          </a:prstGeom>
          <a:solidFill>
            <a:srgbClr val="162236"/>
          </a:solidFill>
          <a:ln w="12700">
            <a:solidFill>
              <a:srgbClr val="1A2F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99923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292608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refinement loops to continuously improve alignment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TAKEAWAY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8046720" cy="1417320"/>
          </a:xfrm>
          <a:prstGeom prst="rect">
            <a:avLst/>
          </a:prstGeom>
          <a:solidFill>
            <a:srgbClr val="162236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246888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aren't optional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define whether AI scales safely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becomes a liability.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12064" y="4023360"/>
            <a:ext cx="1261872" cy="320040"/>
          </a:xfrm>
          <a:prstGeom prst="roundRect">
            <a:avLst>
              <a:gd name="adj" fmla="val 48571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83664" y="4023360"/>
            <a:ext cx="1261872" cy="320040"/>
          </a:xfrm>
          <a:prstGeom prst="roundRect">
            <a:avLst>
              <a:gd name="adj" fmla="val 4857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36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55264" y="4023360"/>
            <a:ext cx="1261872" cy="320040"/>
          </a:xfrm>
          <a:prstGeom prst="roundRect">
            <a:avLst>
              <a:gd name="adj" fmla="val 485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52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26864" y="4023360"/>
            <a:ext cx="1261872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98464" y="4023360"/>
            <a:ext cx="1261872" cy="320040"/>
          </a:xfrm>
          <a:prstGeom prst="roundRect">
            <a:avLst>
              <a:gd name="adj" fmla="val 4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84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70064" y="4023360"/>
            <a:ext cx="1261872" cy="320040"/>
          </a:xfrm>
          <a:prstGeom prst="roundRect">
            <a:avLst>
              <a:gd name="adj" fmla="val 4857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70064" y="40233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Control Framework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Guardrails in AI Systems</dc:title>
  <dc:subject>PptxGenJS Presentation</dc:subject>
  <dc:creator>PptxGenJS</dc:creator>
  <cp:lastModifiedBy>PptxGenJS</cp:lastModifiedBy>
  <cp:revision>1</cp:revision>
  <dcterms:created xsi:type="dcterms:W3CDTF">2026-05-19T10:36:40Z</dcterms:created>
  <dcterms:modified xsi:type="dcterms:W3CDTF">2026-05-19T10:36:40Z</dcterms:modified>
</cp:coreProperties>
</file>