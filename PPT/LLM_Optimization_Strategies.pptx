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978408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956816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935224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3913632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5870448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6848856"/>
            <a:ext cx="12161520" cy="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737360" y="0"/>
            <a:ext cx="0" cy="685800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74720" y="0"/>
            <a:ext cx="0" cy="685800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6350">
            <a:solidFill>
              <a:srgbClr val="1A3A5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120640" y="164592"/>
            <a:ext cx="1920240" cy="192024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411480"/>
            <a:ext cx="1005840" cy="10058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1600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Optimization</a:t>
            </a:r>
            <a:endParaRPr lang="en-US" sz="5200" dirty="0"/>
          </a:p>
        </p:txBody>
      </p:sp>
      <p:sp>
        <p:nvSpPr>
          <p:cNvPr id="20" name="Text 17"/>
          <p:cNvSpPr/>
          <p:nvPr/>
        </p:nvSpPr>
        <p:spPr>
          <a:xfrm>
            <a:off x="457200" y="25420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Strategies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high-scale teams reduce cost, latency, and risk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sacrificing outcomes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67512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883664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83664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099816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99816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315968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15968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532120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32120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748272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48272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964424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64424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180576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80576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0396728" y="4407408"/>
            <a:ext cx="1097280" cy="347472"/>
          </a:xfrm>
          <a:prstGeom prst="roundRect">
            <a:avLst>
              <a:gd name="adj" fmla="val 3157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396728" y="4407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Strategies  ·  Production-Grade Best Practices  ·  Cost · Latency · Quality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9-Strategy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approach to LLM cost, latency, and quality — from model to org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170432"/>
            <a:ext cx="36576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62763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27632"/>
            <a:ext cx="64008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9476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1700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Selection Optimization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6696" y="21031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your model to your task — not to your ego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86207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862072"/>
            <a:ext cx="64008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3182112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6696" y="2935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&amp; Context Optimization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96696" y="33375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costs money — treat prompts like 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9651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4096512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" y="441655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96696" y="4169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Cost Optimization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696" y="45720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engineering: do more with the same spend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533095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5330952"/>
            <a:ext cx="64008" cy="1115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" y="5650992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5650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" y="540410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Organizational Optimization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" y="58064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and process determine whether your technical wins stick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1170432"/>
            <a:ext cx="365760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LAYER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0" y="162763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0" y="1627632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194767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82896" y="1700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Optimization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82896" y="21031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feel 100ms — design systems that respect human perception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0" y="286207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0" y="2862072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79392" y="3182112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7939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82896" y="2935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Optimization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82896" y="33375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is bottlenecked by retrieval — not generation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0" y="409651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14800" y="4096512"/>
            <a:ext cx="64008" cy="11155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79392" y="4416552"/>
            <a:ext cx="475488" cy="47548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9392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82896" y="4169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Quality Optimization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82896" y="457200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outputs require structure, validation, and fallbacks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01000" y="1170432"/>
            <a:ext cx="3657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9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LAYER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001000" y="162763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001000" y="1627632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65592" y="1947672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5592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769096" y="170078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Feedback Loops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769096" y="21031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optimize what you don't measure continuously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001000" y="2862072"/>
            <a:ext cx="3657600" cy="1115568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001000" y="2862072"/>
            <a:ext cx="6400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65592" y="3182112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6559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769096" y="2935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Architecture-Level Optimization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769096" y="33375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determines 80% of LLM cost and reliability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Selection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your model to your task — not to your ego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smallest model that meets task quality threshold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models per workload: code, reasoning, summarization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'one-model-for-everything' stacks — they waste 60–80% compute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cost-per-task, not just accuracy-per-task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tiers: Frontier → Distilled → Fine-tuned → Nano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class costs 10–50× more than GPT-3.5 class for same factual tasks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routing logic: classify task complexity before choosing model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(Llama 3, Mistral) can match proprietary for narrow domains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saved — with right-sizing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&amp; Context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costs money — treat prompts like code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tokens and verbose filler phrases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system prompts: use templates, not paragraphs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context length ceilings — cap at 2K/4K where possible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deterministic prompts to avoid re-tokenizing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compression (LLMLingua, GZIP-style) cuts 30–50% tokens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 (XML/JSON) reduce output ambiguity and retries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vs zero-shot tradeoff: fewer examples = lower cost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 (Redis/Faiss) can serve 40–70% of repeated queries instantly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40–70%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served — from cache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Cost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engineering: do more with the same spend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requests where latency tolerance allows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inference for non-real-time UX flows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per-request token budgets with hard stops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org-level cost caps with alerting thresholds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10–20 requests reduces per-request overhead by 30–50%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 cuts generation time 2–3× for predictable outputs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(INT8/INT4) reduces GPU memory 50–75% with &lt;2% quality loss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TensorRT-LLM for continuous batching and memory pooling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2–3×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 — with speculative decoding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feel 100ms — design systems that respect human perception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 inference servers with data stores — eliminate network RTT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frequently used models to eliminate cold-start delay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retrieval and reasoning steps where independent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SLA-based latency tiers: P50 / P95 / P99 targets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output (SSE/WebSocket) masks perceived latency by 40%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cascades: fast small model first, escalate only if confidence low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 sharing across users reduces TTFT (time-to-first-token) 40–60%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(Cloudflare Workers AI) cuts round-trip for geo-distributed users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latency — reduced via streaming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is bottlenecked by retrieval — not generation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over pure vector: combine BM25 + dense embeddings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for intent, not size — semantic chunking &gt; fixed-token splits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retrieved passages before passing to generator (cross-encoder)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high-hit retrieval results to avoid redundant vector queries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ColBERT late-interaction models improve retrieval precision 15–25%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(Hypothetical Document Embeddings) boosts recall for vague queries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 before vector search prunes search space 90%+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quality matters more than vector DB choice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15–25%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precision — improvement with reranking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Quality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outputs require structure, validation, and fallbacks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over free text: JSON schema, Pydantic validation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lightweight validators before passing output downstream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verification passes: self-critique, chain-of-verification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and retry on low-confidence or malformed outputs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decoding (Outlines, LMQL) guarantees format compliance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scoring: logprob-based thresholds flag uncertain outputs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self-critique loops catch 70%+ of quality regressions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prompts continuously — model drift degrades outputs over time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regressions — caught by self-critique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Feedback Loops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optimize what you don't measure continuously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evals, not just offline benchmarks — ship eval infra first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traffic for model changes: A/B test against production baseline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scoring, not global accuracy — different tasks need different metrics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on both inputs and outputs to catch silent degradation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evals: automated GPT-4 grading scales without human labels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framework for end-to-end RAG system quality measurement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implicit signals: copy rate, retry rate, thumbs-down = gold labels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 suite: version-lock eval sets to prevent metric gaming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5×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improvement — with continuous eval loops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Architecture-Level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determines 80% of LLM cost and reliability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routing: route by task type, cost, and SLA tier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inference decisions — decouple logic from prompts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Feature-flag model changes: roll out to 1% → 10% → 100%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switches for runaway costs — circuit breakers, spend limits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 design: minimize tool-call round-trips per task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vs monolith LLM: separate concerns for scale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queues (Celery/BullMQ) decouple LLM calls from UX response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trace every LLM call with span-level latency and cost data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LLM cost determined — by architecture choices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3464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8992" y="182880"/>
            <a:ext cx="530352" cy="530352"/>
          </a:xfrm>
          <a:prstGeom prst="ellipse">
            <a:avLst/>
          </a:prstGeom>
          <a:solidFill>
            <a:srgbClr val="0B1929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82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55648" y="91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Organizational Optimization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755648" y="69494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and process determine whether your technical wins stick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430000" y="201168"/>
            <a:ext cx="594360" cy="292608"/>
          </a:xfrm>
          <a:prstGeom prst="roundRect">
            <a:avLst>
              <a:gd name="adj" fmla="val 3125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0" y="201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TACTICS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" y="1691640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" y="1911096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9264" y="180136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model ownership: every model has a named DRI (Directly Responsible Individual)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747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" y="2633472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" y="2852928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9264" y="274320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eval standards across teams — prevent metric fragmentation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4747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3575304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3794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9264" y="36850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integrated into AI workflows: cost visible to every engineer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34747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" y="4517136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3776" y="4736592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69264" y="4626864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SLAs define model choices — not the reverse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309360" y="1188720"/>
            <a:ext cx="5715000" cy="4297680"/>
          </a:xfrm>
          <a:prstGeom prst="rect">
            <a:avLst/>
          </a:prstGeom>
          <a:solidFill>
            <a:srgbClr val="132D4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solidFill>
            <a:srgbClr val="1E3A5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09360" y="118872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INSIGHTS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73952" y="1691640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1920240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05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967728" y="18013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allocation: tag every call with team, feature, and user tier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473952" y="2633472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10528" y="2862072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1052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967728" y="27432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 in git: treat prompts as code with review + CI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3952" y="3575304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10528" y="3803904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10528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967728" y="3685032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 model: central AI platform team serves product squads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73952" y="4517136"/>
            <a:ext cx="5385816" cy="804672"/>
          </a:xfrm>
          <a:prstGeom prst="rect">
            <a:avLst/>
          </a:prstGeom>
          <a:solidFill>
            <a:srgbClr val="0F2540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510528" y="4745736"/>
            <a:ext cx="347472" cy="347472"/>
          </a:xfrm>
          <a:prstGeom prst="ellipse">
            <a:avLst/>
          </a:prstGeom>
          <a:solidFill>
            <a:srgbClr val="132D4E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510528" y="4745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967728" y="462686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model reviews: reassess vendor, model, and architecture choices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82880" y="5650992"/>
            <a:ext cx="11978640" cy="713232"/>
          </a:xfrm>
          <a:prstGeom prst="rect">
            <a:avLst/>
          </a:prstGeom>
          <a:solidFill>
            <a:srgbClr val="0F25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82880" y="5650992"/>
            <a:ext cx="54864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84048" y="5742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84048" y="5925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2651760" y="587044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iteration — with org alignment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6032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Optimization — Quick Reference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01168" y="1170432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1170432"/>
            <a:ext cx="36118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92608" y="1216152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3504" y="121615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Selection Optimization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0896" y="1572768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smallest model that meets task quality threshold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models per workload: code, reasoning, summarization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898648" y="2194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60–80%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14216" y="1170432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14216" y="1170432"/>
            <a:ext cx="361188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05656" y="1216152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05656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16552" y="121615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&amp; Context Optimization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23944" y="1572768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tokens and verbose filler phrases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system prompts: use templates, not paragraphs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711696" y="2194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40–70%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827264" y="1170432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827264" y="1170432"/>
            <a:ext cx="36118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18704" y="1216152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18704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29600" y="121615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Cost Optimization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36992" y="1572768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requests where latency tolerance allows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inference for non-real-time UX flows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524744" y="2194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2–3×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01168" y="2834640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01168" y="2834640"/>
            <a:ext cx="36118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" y="2880360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3504" y="28803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Optimization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10896" y="3236976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 inference servers with data stores — eliminate network RTT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frequently used models to eliminate cold-start delay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898648" y="3858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014216" y="2834640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014216" y="2834640"/>
            <a:ext cx="36118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05656" y="2880360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05656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416552" y="28803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Optimization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123944" y="3236976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over pure vector: combine BM25 + dense embeddings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for intent, not size — semantic chunking &gt; fixed-token splits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711696" y="3858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15–25%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827264" y="2834640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7827264" y="2834640"/>
            <a:ext cx="3611880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18704" y="2880360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18704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229600" y="2880360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Quality Optimization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936992" y="3236976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over free text: JSON schema, Pydantic validation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lightweight validators before passing output downstream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0524744" y="38587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201168" y="4498848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201168" y="4498848"/>
            <a:ext cx="361188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92608" y="4544568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92608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03504" y="454456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Feedback Loops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310896" y="4901184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evals, not just offline benchmarks — ship eval infra first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traffic for model changes: A/B test against production baseline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2898648" y="55229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5×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4014216" y="4498848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4014216" y="4498848"/>
            <a:ext cx="361188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105656" y="4544568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105656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416552" y="454456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Architecture-Level Optimization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123944" y="4901184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routing: route by task type, cost, and SLA tier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inference decisions — decouple logic from prompts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6711696" y="55229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7827264" y="4498848"/>
            <a:ext cx="3611880" cy="1463040"/>
          </a:xfrm>
          <a:prstGeom prst="rect">
            <a:avLst/>
          </a:prstGeom>
          <a:solidFill>
            <a:srgbClr val="132D4E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7827264" y="4498848"/>
            <a:ext cx="361188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918704" y="4544568"/>
            <a:ext cx="256032" cy="256032"/>
          </a:xfrm>
          <a:prstGeom prst="ellipse">
            <a:avLst/>
          </a:prstGeom>
          <a:solidFill>
            <a:srgbClr val="0B1929"/>
          </a:solidFill>
          <a:ln w="12700">
            <a:solidFill>
              <a:srgbClr val="0B192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918704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8229600" y="4544568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Organizational Optimization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7936992" y="4901184"/>
            <a:ext cx="3392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model ownership: every model has a named DRI (Directly Responsible Individual)</a:t>
            </a:r>
            <a:endParaRPr lang="en-US" sz="950" dirty="0"/>
          </a:p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eval standards across teams — prevent metric fragmentation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10524744" y="552297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 · Improve latency · Ensure quality · Scale confidently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Optimization Strategies</dc:title>
  <dc:subject>PptxGenJS Presentation</dc:subject>
  <dc:creator>PptxGenJS</dc:creator>
  <cp:lastModifiedBy>PptxGenJS</cp:lastModifiedBy>
  <cp:revision>1</cp:revision>
  <dcterms:created xsi:type="dcterms:W3CDTF">2026-05-20T06:37:48Z</dcterms:created>
  <dcterms:modified xsi:type="dcterms:W3CDTF">2026-05-20T06:37:48Z</dcterms:modified>
</cp:coreProperties>
</file>