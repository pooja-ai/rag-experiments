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206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572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659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Guardrails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AI Systems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611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Workflow · Controls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72584" y="420624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93208" y="4206240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13832" y="4206240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34456" y="420624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420624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75704" y="4206240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96328" y="420624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Control Framework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31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 Control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789920" y="274320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719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AI responses on-topic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359152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intent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22783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27832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3192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off-scope queries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096512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1879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or reject irrelevant requests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496519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965192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056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patterns for improvement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66560" y="175564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1874520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1847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89136" y="2350008"/>
            <a:ext cx="3657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34272" y="2386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66560" y="252374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2642616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23760" y="2615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Classified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089136" y="3118104"/>
            <a:ext cx="3657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34272" y="31546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766560" y="32918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84848" y="3410712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8484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2376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Scored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089136" y="3886200"/>
            <a:ext cx="3657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34272" y="39227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766560" y="40599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784848" y="4178808"/>
            <a:ext cx="329184" cy="32918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7AAB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223760" y="41513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Detected?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089136" y="4654296"/>
            <a:ext cx="3657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46908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48280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84848" y="4946904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4848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223760" y="4919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/ Reject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9089136" y="5422392"/>
            <a:ext cx="3657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34272" y="5458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766560" y="559612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784848" y="5715000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784848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223760" y="5687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 Tuning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31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Enforcement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789920" y="274320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719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E2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harmful or exploitative inputs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359152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jailbreak attempts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22783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27832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3192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prompt injection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096512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1879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policy rules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496519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965192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056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or escalate violations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66560" y="175564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187452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1847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Received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89136" y="2350008"/>
            <a:ext cx="36576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34272" y="2386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66560" y="252374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264261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23760" y="2615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Model Scan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089136" y="3118104"/>
            <a:ext cx="36576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34272" y="31546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766560" y="32918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784848" y="3410712"/>
            <a:ext cx="329184" cy="32918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7AAB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8484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2376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/ Injection Detected?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089136" y="3886200"/>
            <a:ext cx="36576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34272" y="39227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766560" y="40599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84848" y="4178808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223760" y="41513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Applied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089136" y="4654296"/>
            <a:ext cx="36576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46908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48280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84848" y="4946904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4848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223760" y="4919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or Escalate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9089136" y="5422392"/>
            <a:ext cx="36576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34272" y="5458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766560" y="559612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784848" y="571500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784848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223760" y="5687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31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Protection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789920" y="274320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719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9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 sensitive data exposure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359152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outputs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22783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27832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3192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personal data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096512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1879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or redact information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496519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965192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056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audit logs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66560" y="175564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187452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1847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Output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89136" y="2350008"/>
            <a:ext cx="36576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34272" y="2386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66560" y="252374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2642616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23760" y="2615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Scanner Runs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089136" y="3118104"/>
            <a:ext cx="36576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34272" y="31546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766560" y="32918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784848" y="3410712"/>
            <a:ext cx="329184" cy="32918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7AAB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8484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2376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Detected?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089136" y="3886200"/>
            <a:ext cx="36576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34272" y="39227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766560" y="40599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84848" y="417880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223760" y="41513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/ Redact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089136" y="4654296"/>
            <a:ext cx="36576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46908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48280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84848" y="4946904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4848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223760" y="4919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Incident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9089136" y="5422392"/>
            <a:ext cx="36576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34272" y="5458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766560" y="559612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784848" y="571500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784848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223760" y="5687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Safe Response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31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Moderation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789920" y="274320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719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F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Maintain safe interactions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35915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toxicity or abuse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22783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2783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3192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harmful language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09651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1879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or block users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496519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96519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056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from flagged cases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66560" y="175564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18745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1847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Captured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89136" y="2350008"/>
            <a:ext cx="3657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34272" y="2386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66560" y="252374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2642616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23760" y="2615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Detection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089136" y="3118104"/>
            <a:ext cx="3657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34272" y="31546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766560" y="32918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84848" y="341071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8484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2376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Scored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089136" y="3886200"/>
            <a:ext cx="3657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34272" y="39227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766560" y="40599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84848" y="417880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223760" y="41513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/ Block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089136" y="4654296"/>
            <a:ext cx="3657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46908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48280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84848" y="494690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4848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223760" y="4919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Case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9089136" y="5422392"/>
            <a:ext cx="3657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34272" y="5458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766560" y="559612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784848" y="571500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784848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223760" y="5687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 Training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31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Access Controls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789920" y="274320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719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FA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risky tool execution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35915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tool risk levels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22783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2783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3192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permission checks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09651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1879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execution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496519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96519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056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or escalate high-risk actions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66560" y="175564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187452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1847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Request Triggered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89136" y="2350008"/>
            <a:ext cx="3657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34272" y="2386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66560" y="252374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264261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23760" y="2615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Assessed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089136" y="3118104"/>
            <a:ext cx="3657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34272" y="31546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766560" y="32918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84848" y="341071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8484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2376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Verified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089136" y="3886200"/>
            <a:ext cx="3657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34272" y="39227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766560" y="40599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784848" y="4178808"/>
            <a:ext cx="329184" cy="32918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7AAB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223760" y="41513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Risk?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089136" y="4654296"/>
            <a:ext cx="3657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46908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48280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84848" y="494690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4848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223760" y="4919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Human Approval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9089136" y="5422392"/>
            <a:ext cx="3657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34272" y="5458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766560" y="559612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784848" y="571500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784848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223760" y="5687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Safely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822960" cy="8229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31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 Filters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789920" y="274320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EC489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719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E7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known threats early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359152"/>
            <a:ext cx="54864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blocking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22783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27832"/>
            <a:ext cx="54864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3192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filters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096512"/>
            <a:ext cx="54864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1879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length limits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496519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965192"/>
            <a:ext cx="54864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056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Injection protection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EC489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66560" y="175564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1874520"/>
            <a:ext cx="329184" cy="3291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1847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Received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89136" y="2350008"/>
            <a:ext cx="3657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34272" y="2386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66560" y="252374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2642616"/>
            <a:ext cx="329184" cy="3291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23760" y="2615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Regex / Blocklists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089136" y="3118104"/>
            <a:ext cx="3657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34272" y="31546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766560" y="32918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784848" y="3410712"/>
            <a:ext cx="329184" cy="32918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7AAB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8484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2376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Pattern Found?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089136" y="3886200"/>
            <a:ext cx="3657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34272" y="39227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766560" y="40599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84848" y="4178808"/>
            <a:ext cx="329184" cy="3291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223760" y="41513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Request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089136" y="4654296"/>
            <a:ext cx="3657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46908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48280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84848" y="4946904"/>
            <a:ext cx="329184" cy="3291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4848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223760" y="4919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9089136" y="5422392"/>
            <a:ext cx="36576" cy="1280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34272" y="5458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766560" y="559612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784848" y="5715000"/>
            <a:ext cx="329184" cy="3291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784848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223760" y="5687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Filters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822960" cy="8229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31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Compliance Checks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789920" y="274320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719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FF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 responses with policy &amp; brand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359152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content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22783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27832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3192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compliance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096512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1879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unsafe outputs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4965192"/>
            <a:ext cx="5303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965192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056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refinement loop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1188720"/>
            <a:ext cx="5669280" cy="5349240"/>
          </a:xfrm>
          <a:prstGeom prst="rect">
            <a:avLst/>
          </a:prstGeom>
          <a:solidFill>
            <a:srgbClr val="14263A"/>
          </a:solidFill>
          <a:ln w="1905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66560" y="175564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187452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1847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Response Generated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89136" y="2350008"/>
            <a:ext cx="36576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34272" y="2386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66560" y="252374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4848" y="26426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23760" y="2615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 Review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089136" y="3118104"/>
            <a:ext cx="36576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34272" y="31546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766560" y="32918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84848" y="3410712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8484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2376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Alignment Scored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089136" y="3886200"/>
            <a:ext cx="36576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34272" y="39227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766560" y="40599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784848" y="4178808"/>
            <a:ext cx="329184" cy="32918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7AAB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223760" y="41513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Content Found?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089136" y="4654296"/>
            <a:ext cx="36576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34272" y="46908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48280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84848" y="4946904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4848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223760" y="4919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/ Block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9089136" y="5422392"/>
            <a:ext cx="36576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34272" y="5458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766560" y="559612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6223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784848" y="571500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784848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223760" y="5687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Delivered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274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Guardrails — Framework Overview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228600" y="1188720"/>
            <a:ext cx="265176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28600" y="1188720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3444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" y="12252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 Control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38328" y="159105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AI responses on-topic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38328" y="19659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Classify intent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38328" y="2313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 off-scope queries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38328" y="26609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Redirect or reject irrelevant requests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38328" y="300837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 patterns for improvement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081528" y="1188720"/>
            <a:ext cx="265176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081528" y="1188720"/>
            <a:ext cx="26517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968" y="123444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65576" y="12252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Enforcement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191256" y="159105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harmful or exploitative inputs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191256" y="19659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 jailbreak attempts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191256" y="2313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Identify prompt injection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191256" y="26609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Apply policy rules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191256" y="300837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Block or escalate violations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934456" y="1188720"/>
            <a:ext cx="265176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8B5CF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34456" y="1188720"/>
            <a:ext cx="26517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123444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18504" y="12252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Protection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044184" y="159105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sensitive data exposure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044184" y="19659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Scan outputs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044184" y="2313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 personal data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044184" y="26609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Mask or redact information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044184" y="300837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Maintain audit logs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787384" y="1188720"/>
            <a:ext cx="265176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787384" y="1188720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8824" y="123444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171432" y="12252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Moderation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8897112" y="159105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safe interactions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8897112" y="19659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 toxicity or abuse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8897112" y="23134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Flag harmful language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8897112" y="26609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Warn or block users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897112" y="300837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Retrain from flagged cases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1417320" y="3703320"/>
            <a:ext cx="265176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417320" y="3703320"/>
            <a:ext cx="26517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760" y="3749040"/>
            <a:ext cx="256032" cy="25603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801368" y="37398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Access Controls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1527048" y="410565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risky tool execution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1527048" y="44805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Classify tool risk levels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527048" y="4828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Enforce permission checks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527048" y="51755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Monitor execution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527048" y="552297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Pause or escalate high-risk actions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4270248" y="3703320"/>
            <a:ext cx="265176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EC4899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4270248" y="3703320"/>
            <a:ext cx="265176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1688" y="3749040"/>
            <a:ext cx="256032" cy="256032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4654296" y="37398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 Filters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4379976" y="410565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known threats early</a:t>
            </a:r>
            <a:endParaRPr lang="en-US" sz="950" dirty="0"/>
          </a:p>
        </p:txBody>
      </p:sp>
      <p:sp>
        <p:nvSpPr>
          <p:cNvPr id="54" name="Text 45"/>
          <p:cNvSpPr/>
          <p:nvPr/>
        </p:nvSpPr>
        <p:spPr>
          <a:xfrm>
            <a:off x="4379976" y="44805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Keyword blocking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4379976" y="4828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Regex filters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4379976" y="51755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 length limits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4379976" y="552297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 / Injection protection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7123176" y="3703320"/>
            <a:ext cx="265176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06B6D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9" name="Shape 50"/>
          <p:cNvSpPr/>
          <p:nvPr/>
        </p:nvSpPr>
        <p:spPr>
          <a:xfrm>
            <a:off x="7123176" y="3703320"/>
            <a:ext cx="265176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4616" y="3749040"/>
            <a:ext cx="256032" cy="256032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7507224" y="37398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Compliance Checks</a:t>
            </a:r>
            <a:endParaRPr lang="en-US" sz="1000" dirty="0"/>
          </a:p>
        </p:txBody>
      </p:sp>
      <p:sp>
        <p:nvSpPr>
          <p:cNvPr id="62" name="Text 52"/>
          <p:cNvSpPr/>
          <p:nvPr/>
        </p:nvSpPr>
        <p:spPr>
          <a:xfrm>
            <a:off x="7232904" y="410565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responses with policy &amp; brand</a:t>
            </a:r>
            <a:endParaRPr lang="en-US" sz="950" dirty="0"/>
          </a:p>
        </p:txBody>
      </p:sp>
      <p:sp>
        <p:nvSpPr>
          <p:cNvPr id="63" name="Text 53"/>
          <p:cNvSpPr/>
          <p:nvPr/>
        </p:nvSpPr>
        <p:spPr>
          <a:xfrm>
            <a:off x="7232904" y="448056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Validate content</a:t>
            </a:r>
            <a:endParaRPr lang="en-US" sz="900" dirty="0"/>
          </a:p>
        </p:txBody>
      </p:sp>
      <p:sp>
        <p:nvSpPr>
          <p:cNvPr id="64" name="Text 54"/>
          <p:cNvSpPr/>
          <p:nvPr/>
        </p:nvSpPr>
        <p:spPr>
          <a:xfrm>
            <a:off x="7232904" y="4828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Score compliance</a:t>
            </a:r>
            <a:endParaRPr lang="en-US" sz="900" dirty="0"/>
          </a:p>
        </p:txBody>
      </p:sp>
      <p:sp>
        <p:nvSpPr>
          <p:cNvPr id="65" name="Text 55"/>
          <p:cNvSpPr/>
          <p:nvPr/>
        </p:nvSpPr>
        <p:spPr>
          <a:xfrm>
            <a:off x="7232904" y="517550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Block unsafe outputs</a:t>
            </a:r>
            <a:endParaRPr lang="en-US" sz="900" dirty="0"/>
          </a:p>
        </p:txBody>
      </p:sp>
      <p:sp>
        <p:nvSpPr>
          <p:cNvPr id="66" name="Text 56"/>
          <p:cNvSpPr/>
          <p:nvPr/>
        </p:nvSpPr>
        <p:spPr>
          <a:xfrm>
            <a:off x="7232904" y="552297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Trigger refinement loop</a:t>
            </a:r>
            <a:endParaRPr lang="en-US" sz="900" dirty="0"/>
          </a:p>
        </p:txBody>
      </p:sp>
      <p:sp>
        <p:nvSpPr>
          <p:cNvPr id="67" name="Text 57"/>
          <p:cNvSpPr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Control Framework  |  7 Guardrail Types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565</Words>
  <Application>Microsoft Office PowerPoint</Application>
  <PresentationFormat>Widescreen</PresentationFormat>
  <Paragraphs>239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Guardrails in AI Systems</dc:title>
  <dc:subject>PptxGenJS Presentation</dc:subject>
  <dc:creator>PptxGenJS</dc:creator>
  <cp:lastModifiedBy>Sanvi</cp:lastModifiedBy>
  <cp:revision>1</cp:revision>
  <dcterms:created xsi:type="dcterms:W3CDTF">2026-05-19T10:43:11Z</dcterms:created>
  <dcterms:modified xsi:type="dcterms:W3CDTF">2026-05-19T10:50:29Z</dcterms:modified>
</cp:coreProperties>
</file>